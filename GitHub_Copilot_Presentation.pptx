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Using GitHub Copilot for Code Review, Documentation &amp; Code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What is GitHub Copilot?</a:t>
            </a:r>
          </a:p>
          <a:p>
            <a:pPr lvl="1"/>
            <a:r>
              <a:t>Code Review</a:t>
            </a:r>
          </a:p>
          <a:p>
            <a:pPr lvl="1"/>
            <a:r>
              <a:t>Design Documentation</a:t>
            </a:r>
          </a:p>
          <a:p>
            <a:pPr lvl="1"/>
            <a:r>
              <a:t>Flowchart Generation</a:t>
            </a:r>
          </a:p>
          <a:p>
            <a:pPr lvl="1"/>
            <a:r>
              <a:t>Code Skeleton Generation</a:t>
            </a:r>
          </a:p>
          <a:p>
            <a:pPr lvl="1"/>
            <a:r>
              <a:t>Benefits</a:t>
            </a:r>
          </a:p>
          <a:p>
            <a:pPr lvl="1"/>
            <a:r>
              <a:t>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 pair‑programmer by GitHub &amp; OpenAI</a:t>
            </a:r>
          </a:p>
          <a:p>
            <a:pPr lvl="1"/>
            <a:r>
              <a:t>Assists in coding, documentation, and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 with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Automated review comments</a:t>
            </a:r>
          </a:p>
          <a:p>
            <a:pPr lvl="1"/>
            <a:r>
              <a:t>Bug detection &amp; improvement suggestions</a:t>
            </a:r>
          </a:p>
          <a:p>
            <a:pPr lvl="1"/>
            <a:r>
              <a:t>Security checks</a:t>
            </a:r>
          </a:p>
          <a:p>
            <a:pPr lvl="1"/>
            <a:r>
              <a:t>Style &amp; best‑practice enforcement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Generate design summaries</a:t>
            </a:r>
          </a:p>
          <a:p>
            <a:pPr lvl="1"/>
            <a:r>
              <a:t>Class/component descriptions</a:t>
            </a:r>
          </a:p>
          <a:p>
            <a:pPr lvl="1"/>
            <a:r>
              <a:t>Architecture explanation</a:t>
            </a:r>
          </a:p>
          <a:p>
            <a:pPr lvl="1"/>
            <a:r>
              <a:t>Update existing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Convert code to flowcharts</a:t>
            </a:r>
          </a:p>
          <a:p>
            <a:pPr lvl="1"/>
            <a:r>
              <a:t>Generate process diagrams</a:t>
            </a:r>
          </a:p>
          <a:p>
            <a:pPr lvl="1"/>
            <a:r>
              <a:t>Explain system workflow visually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Skeleton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Generate class/function templates</a:t>
            </a:r>
          </a:p>
          <a:p>
            <a:pPr lvl="1"/>
            <a:r>
              <a:t>Project boilerplates</a:t>
            </a:r>
          </a:p>
          <a:p>
            <a:pPr lvl="1"/>
            <a:r>
              <a:t>API integrations</a:t>
            </a:r>
          </a:p>
          <a:p>
            <a:pPr lvl="1"/>
            <a:r>
              <a:t>Reduce initial development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Faster development</a:t>
            </a:r>
          </a:p>
          <a:p>
            <a:pPr lvl="1"/>
            <a:r>
              <a:t>Better documentation</a:t>
            </a:r>
          </a:p>
          <a:p>
            <a:pPr lvl="1"/>
            <a:r>
              <a:t>Improved code quality</a:t>
            </a:r>
          </a:p>
          <a:p>
            <a:pPr lvl="1"/>
            <a:r>
              <a:t>Reduced onboarding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Review AI suggestions</a:t>
            </a:r>
          </a:p>
          <a:p>
            <a:pPr lvl="1"/>
            <a:r>
              <a:t>Use for repetitive tasks</a:t>
            </a:r>
          </a:p>
          <a:p>
            <a:pPr lvl="1"/>
            <a:r>
              <a:t>Combine with manual review</a:t>
            </a:r>
          </a:p>
          <a:p>
            <a:pPr lvl="1"/>
            <a:r>
              <a:t>Maintain security &amp; privacy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Copilot accelerates the whole SDLC</a:t>
            </a:r>
          </a:p>
          <a:p>
            <a:pPr lvl="1"/>
            <a:r>
              <a:t>Powerful for review + documentation +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